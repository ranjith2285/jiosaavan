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5" r:id="rId1"/>
  </p:sldMasterIdLst>
  <p:sldIdLst>
    <p:sldId id="257" r:id="rId2"/>
    <p:sldId id="258" r:id="rId3"/>
    <p:sldId id="259" r:id="rId4"/>
    <p:sldId id="267" r:id="rId5"/>
    <p:sldId id="260" r:id="rId6"/>
    <p:sldId id="261" r:id="rId7"/>
    <p:sldId id="262" r:id="rId8"/>
    <p:sldId id="268" r:id="rId9"/>
    <p:sldId id="263" r:id="rId10"/>
    <p:sldId id="269" r:id="rId11"/>
    <p:sldId id="264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7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0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5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64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11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13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71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42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62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31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5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82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33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5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42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4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85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Node.js?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Node.js is a JavaScript runtime built on Chrome's V8 engine.</a:t>
            </a:r>
          </a:p>
          <a:p>
            <a:r>
              <a:rPr dirty="0"/>
              <a:t>It allows running JavaScript code outside a browser.</a:t>
            </a:r>
          </a:p>
          <a:p>
            <a:r>
              <a:rPr dirty="0"/>
              <a:t>Used for backend development, APIs, and real-time applications.</a:t>
            </a:r>
          </a:p>
          <a:p>
            <a:r>
              <a:rPr dirty="0"/>
              <a:t>Non-blocking, event-driven architecture for high performance.</a:t>
            </a:r>
          </a:p>
          <a:p>
            <a:r>
              <a:rPr dirty="0"/>
              <a:t>Popular for full-stack development with frameworks like Express.js.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npm?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npm (Node Package Manager) is the default package manager for Node.js.</a:t>
            </a:r>
          </a:p>
          <a:p>
            <a:r>
              <a:t>- It allows developers to install, share, and manage dependencies.</a:t>
            </a:r>
          </a:p>
          <a:p>
            <a:r>
              <a:t>- Provides access to a vast registry of open-source packages.</a:t>
            </a:r>
          </a:p>
          <a:p>
            <a:r>
              <a:t>- Used to automate scripts, manage project dependencies, and build modern web apps.</a:t>
            </a:r>
          </a:p>
          <a:p>
            <a:r>
              <a:t>- Commands: `npm install`, `npm start`, `npm run build`,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Initialize an npm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Open a terminal and create a new folder for your project.</a:t>
            </a:r>
            <a:endParaRPr lang="en-IN" dirty="0"/>
          </a:p>
          <a:p>
            <a:r>
              <a:rPr lang="en-IN" dirty="0"/>
              <a:t>Open the command prompt in the terminal (ctrl +`)</a:t>
            </a:r>
            <a:endParaRPr dirty="0"/>
          </a:p>
          <a:p>
            <a:r>
              <a:rPr dirty="0"/>
              <a:t>Run the following command to initialize an </a:t>
            </a:r>
            <a:r>
              <a:rPr dirty="0" err="1"/>
              <a:t>npm</a:t>
            </a:r>
            <a:r>
              <a:rPr dirty="0"/>
              <a:t> project: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b="1" dirty="0" err="1"/>
              <a:t>npm</a:t>
            </a:r>
            <a:r>
              <a:rPr b="1" dirty="0"/>
              <a:t> </a:t>
            </a:r>
            <a:r>
              <a:rPr b="1" dirty="0" err="1"/>
              <a:t>init</a:t>
            </a:r>
            <a:r>
              <a:rPr b="1" dirty="0"/>
              <a:t> -y</a:t>
            </a:r>
          </a:p>
          <a:p>
            <a:r>
              <a:rPr dirty="0"/>
              <a:t>This creates a `</a:t>
            </a:r>
            <a:r>
              <a:rPr dirty="0" err="1"/>
              <a:t>package.json</a:t>
            </a:r>
            <a:r>
              <a:rPr dirty="0"/>
              <a:t>` file with default settings.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E8AA-7CA4-51A5-F7C4-91323C0A1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AC65B0-F450-3AFE-C6EF-66C5FFDF1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446" y="2489200"/>
            <a:ext cx="5611132" cy="3530600"/>
          </a:xfrm>
        </p:spPr>
      </p:pic>
    </p:spTree>
    <p:extLst>
      <p:ext uri="{BB962C8B-B14F-4D97-AF65-F5344CB8AC3E}">
        <p14:creationId xmlns:p14="http://schemas.microsoft.com/office/powerpoint/2010/main" val="45595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Install Tailwind CSS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</a:t>
            </a:r>
            <a:r>
              <a:rPr dirty="0" err="1"/>
              <a:t>nstall</a:t>
            </a:r>
            <a:r>
              <a:rPr dirty="0"/>
              <a:t> Tailwind CSS v4 using </a:t>
            </a:r>
            <a:r>
              <a:rPr dirty="0" err="1"/>
              <a:t>npm</a:t>
            </a:r>
            <a:endParaRPr lang="en-IN" dirty="0"/>
          </a:p>
          <a:p>
            <a:r>
              <a:rPr lang="en-IN" b="0" i="0" dirty="0">
                <a:effectLst/>
                <a:latin typeface="plexMono"/>
              </a:rPr>
              <a:t>Command: </a:t>
            </a:r>
          </a:p>
          <a:p>
            <a:pPr marL="0" indent="0">
              <a:buNone/>
            </a:pPr>
            <a:r>
              <a:rPr lang="en-IN" dirty="0">
                <a:latin typeface="plexMono"/>
              </a:rPr>
              <a:t>	</a:t>
            </a:r>
            <a:r>
              <a:rPr lang="en-IN" b="1" i="0" dirty="0" err="1">
                <a:effectLst/>
                <a:latin typeface="plexMono"/>
              </a:rPr>
              <a:t>npm</a:t>
            </a:r>
            <a:r>
              <a:rPr lang="en-IN" b="1" i="0" dirty="0">
                <a:effectLst/>
                <a:latin typeface="plexMono"/>
              </a:rPr>
              <a:t> install </a:t>
            </a:r>
            <a:r>
              <a:rPr lang="en-IN" b="1" i="0" dirty="0" err="1">
                <a:effectLst/>
                <a:latin typeface="plexMono"/>
              </a:rPr>
              <a:t>tailwindcss</a:t>
            </a:r>
            <a:r>
              <a:rPr lang="en-IN" b="1" i="0" dirty="0">
                <a:effectLst/>
                <a:latin typeface="plexMono"/>
              </a:rPr>
              <a:t> @tailwindcss/cli</a:t>
            </a:r>
          </a:p>
          <a:p>
            <a:pPr marL="0" indent="0">
              <a:buNone/>
            </a:pPr>
            <a:endParaRPr lang="en-IN" b="1" dirty="0">
              <a:latin typeface="plex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plexMono"/>
              </a:rPr>
              <a:t>You should get the following files and folder in vs code editor</a:t>
            </a:r>
            <a:br>
              <a:rPr lang="en-US" dirty="0"/>
            </a:b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B33D4C-030E-B23F-3CC9-BE99B8C84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9619" y="2489200"/>
            <a:ext cx="2374786" cy="353060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</a:t>
            </a:r>
            <a:r>
              <a:rPr lang="en-IN" dirty="0"/>
              <a:t>3</a:t>
            </a:r>
            <a:r>
              <a:rPr dirty="0"/>
              <a:t>: Create a Tailwind CSS Input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a folder named </a:t>
            </a:r>
            <a:r>
              <a:rPr lang="en-IN" dirty="0" err="1"/>
              <a:t>src</a:t>
            </a:r>
            <a:r>
              <a:rPr lang="en-IN" dirty="0"/>
              <a:t> and create the following files</a:t>
            </a:r>
          </a:p>
          <a:p>
            <a:r>
              <a:rPr lang="en-IN" dirty="0"/>
              <a:t>Input.css, index.html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FCF3B-E672-CE88-282F-8E276F7DC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176" y="3168185"/>
            <a:ext cx="3200847" cy="3324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56DCD-C32A-6E1E-AFE6-D6AE704D7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Import </a:t>
            </a:r>
            <a:r>
              <a:rPr lang="en-IN" dirty="0" err="1"/>
              <a:t>tailwindcss</a:t>
            </a:r>
            <a:r>
              <a:rPr lang="en-IN" dirty="0"/>
              <a:t> in input.css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B26B4A-A6A5-3AA3-6854-0B8D86336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3600" y="2631823"/>
            <a:ext cx="6346825" cy="3245353"/>
          </a:xfrm>
        </p:spPr>
      </p:pic>
    </p:spTree>
    <p:extLst>
      <p:ext uri="{BB962C8B-B14F-4D97-AF65-F5344CB8AC3E}">
        <p14:creationId xmlns:p14="http://schemas.microsoft.com/office/powerpoint/2010/main" val="3742483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Add a Start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833304" cy="3530600"/>
          </a:xfrm>
        </p:spPr>
        <p:txBody>
          <a:bodyPr/>
          <a:lstStyle/>
          <a:p>
            <a:r>
              <a:rPr lang="en-IN" dirty="0"/>
              <a:t>Open the </a:t>
            </a:r>
            <a:r>
              <a:rPr lang="en-IN" dirty="0" err="1"/>
              <a:t>package.json</a:t>
            </a:r>
            <a:r>
              <a:rPr lang="en-IN" dirty="0"/>
              <a:t> file </a:t>
            </a:r>
          </a:p>
          <a:p>
            <a:r>
              <a:rPr lang="en-IN" dirty="0"/>
              <a:t>Add a start script with the following command in it</a:t>
            </a:r>
          </a:p>
          <a:p>
            <a:pPr marL="0" indent="0">
              <a:buNone/>
            </a:pPr>
            <a:r>
              <a:rPr lang="en-IN" b="1" dirty="0"/>
              <a:t>“start”: “</a:t>
            </a:r>
            <a:r>
              <a:rPr lang="en-IN" b="1" i="0" dirty="0" err="1">
                <a:effectLst/>
                <a:latin typeface="plexMono"/>
              </a:rPr>
              <a:t>npx</a:t>
            </a:r>
            <a:r>
              <a:rPr lang="en-IN" b="1" i="0" dirty="0">
                <a:effectLst/>
                <a:latin typeface="plexMono"/>
              </a:rPr>
              <a:t> @tailwindcss/cli -</a:t>
            </a:r>
            <a:r>
              <a:rPr lang="en-IN" b="1" i="0" dirty="0" err="1">
                <a:effectLst/>
                <a:latin typeface="plexMono"/>
              </a:rPr>
              <a:t>i</a:t>
            </a:r>
            <a:r>
              <a:rPr lang="en-IN" b="1" i="0" dirty="0">
                <a:effectLst/>
                <a:latin typeface="plexMono"/>
              </a:rPr>
              <a:t> ./</a:t>
            </a:r>
            <a:r>
              <a:rPr lang="en-IN" b="1" i="0" dirty="0" err="1">
                <a:effectLst/>
                <a:latin typeface="plexMono"/>
              </a:rPr>
              <a:t>src</a:t>
            </a:r>
            <a:r>
              <a:rPr lang="en-IN" b="1" i="0" dirty="0">
                <a:effectLst/>
                <a:latin typeface="plexMono"/>
              </a:rPr>
              <a:t>/input.css -o ./</a:t>
            </a:r>
            <a:r>
              <a:rPr lang="en-IN" b="1" i="0" dirty="0" err="1">
                <a:effectLst/>
                <a:latin typeface="plexMono"/>
              </a:rPr>
              <a:t>src</a:t>
            </a:r>
            <a:r>
              <a:rPr lang="en-IN" b="1" i="0" dirty="0">
                <a:effectLst/>
                <a:latin typeface="plexMono"/>
              </a:rPr>
              <a:t>/output.css --watch</a:t>
            </a:r>
            <a:r>
              <a:rPr lang="en-IN" b="1" dirty="0"/>
              <a:t>”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A608D-E7D8-744E-CBC3-78068438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CEAC3A-838B-539E-AC68-6C5A7E798C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772" y="2489200"/>
            <a:ext cx="5822480" cy="3530600"/>
          </a:xfrm>
        </p:spPr>
      </p:pic>
    </p:spTree>
    <p:extLst>
      <p:ext uri="{BB962C8B-B14F-4D97-AF65-F5344CB8AC3E}">
        <p14:creationId xmlns:p14="http://schemas.microsoft.com/office/powerpoint/2010/main" val="2148779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Run Tailwind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8051018" cy="3530600"/>
          </a:xfrm>
        </p:spPr>
        <p:txBody>
          <a:bodyPr/>
          <a:lstStyle/>
          <a:p>
            <a:r>
              <a:rPr dirty="0"/>
              <a:t>- Start the Tailwind compiler by running:</a:t>
            </a:r>
          </a:p>
          <a:p>
            <a:r>
              <a:rPr dirty="0" err="1"/>
              <a:t>npm</a:t>
            </a:r>
            <a:r>
              <a:rPr dirty="0"/>
              <a:t> start</a:t>
            </a:r>
          </a:p>
          <a:p>
            <a:r>
              <a:rPr dirty="0"/>
              <a:t>- This generates `output.css`</a:t>
            </a:r>
            <a:r>
              <a:rPr lang="en-IN" dirty="0"/>
              <a:t> in the </a:t>
            </a:r>
            <a:r>
              <a:rPr lang="en-IN" dirty="0" err="1"/>
              <a:t>src</a:t>
            </a:r>
            <a:r>
              <a:rPr lang="en-IN" dirty="0"/>
              <a:t> folder</a:t>
            </a:r>
            <a:r>
              <a:rPr dirty="0"/>
              <a:t>,</a:t>
            </a:r>
            <a:r>
              <a:rPr lang="en-IN" dirty="0"/>
              <a:t> </a:t>
            </a:r>
            <a:r>
              <a:rPr lang="en-IN" dirty="0" err="1"/>
              <a:t>whichcan</a:t>
            </a:r>
            <a:r>
              <a:rPr dirty="0"/>
              <a:t> be linked in your HTML.</a:t>
            </a:r>
            <a:endParaRPr lang="en-IN" dirty="0"/>
          </a:p>
          <a:p>
            <a:endParaRPr lang="en-IN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F987B6-9B41-DA90-C250-CAA85B5B4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5620"/>
            <a:ext cx="9144000" cy="2822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Node.js allows running JavaScript outside the browser.</a:t>
            </a:r>
          </a:p>
          <a:p>
            <a:r>
              <a:rPr dirty="0"/>
              <a:t>- Tailwind CSS v4 can be easily set up using Tailwind CLI.</a:t>
            </a:r>
          </a:p>
          <a:p>
            <a:r>
              <a:rPr dirty="0"/>
              <a:t>- Running `</a:t>
            </a:r>
            <a:r>
              <a:rPr dirty="0" err="1"/>
              <a:t>npm</a:t>
            </a:r>
            <a:r>
              <a:rPr dirty="0"/>
              <a:t> start` will watch and compile Tailwind styles.</a:t>
            </a:r>
          </a:p>
          <a:p>
            <a:r>
              <a:rPr dirty="0"/>
              <a:t>- Now you are ready to build modern, responsive designs! 🚀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24</TotalTime>
  <Words>405</Words>
  <Application>Microsoft Office PowerPoint</Application>
  <PresentationFormat>On-screen Show (4:3)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plexMono</vt:lpstr>
      <vt:lpstr>Wingdings 3</vt:lpstr>
      <vt:lpstr>Ion Boardroom</vt:lpstr>
      <vt:lpstr>What is Node.js?</vt:lpstr>
      <vt:lpstr>What is npm?</vt:lpstr>
      <vt:lpstr>Step 1: Initialize an npm Project</vt:lpstr>
      <vt:lpstr>PowerPoint Presentation</vt:lpstr>
      <vt:lpstr>Step 2: Install Tailwind CSS v4</vt:lpstr>
      <vt:lpstr>You should get the following files and folder in vs code editor </vt:lpstr>
      <vt:lpstr>Step 3: Create a Tailwind CSS Input File</vt:lpstr>
      <vt:lpstr>Step 4: Import tailwindcss in input.css</vt:lpstr>
      <vt:lpstr>Step 5: Add a Start Script</vt:lpstr>
      <vt:lpstr>PowerPoint Presentation</vt:lpstr>
      <vt:lpstr>Step 6: Run Tailwind CSS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Diwakar Rai</cp:lastModifiedBy>
  <cp:revision>3</cp:revision>
  <dcterms:created xsi:type="dcterms:W3CDTF">2013-01-27T09:14:16Z</dcterms:created>
  <dcterms:modified xsi:type="dcterms:W3CDTF">2025-03-05T13:28:47Z</dcterms:modified>
  <cp:category/>
</cp:coreProperties>
</file>